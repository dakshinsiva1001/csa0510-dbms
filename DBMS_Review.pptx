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-996" y="-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46AEC1B-9E2C-4178-A69E-C67934915204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IN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0414F6B1-043E-4ED1-8990-D11BFF96CA3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46AEC1B-9E2C-4178-A69E-C67934915204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414F6B1-043E-4ED1-8990-D11BFF96CA3E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46AEC1B-9E2C-4178-A69E-C67934915204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414F6B1-043E-4ED1-8990-D11BFF96CA3E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46AEC1B-9E2C-4178-A69E-C67934915204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414F6B1-043E-4ED1-8990-D11BFF96CA3E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46AEC1B-9E2C-4178-A69E-C67934915204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414F6B1-043E-4ED1-8990-D11BFF96CA3E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46AEC1B-9E2C-4178-A69E-C67934915204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414F6B1-043E-4ED1-8990-D11BFF96CA3E}" type="slidenum">
              <a:rPr lang="en-IN" smtClean="0"/>
              <a:t>‹#›</a:t>
            </a:fld>
            <a:endParaRPr lang="en-IN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46AEC1B-9E2C-4178-A69E-C67934915204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414F6B1-043E-4ED1-8990-D11BFF96CA3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B46AEC1B-9E2C-4178-A69E-C67934915204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414F6B1-043E-4ED1-8990-D11BFF96CA3E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46AEC1B-9E2C-4178-A69E-C67934915204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0414F6B1-043E-4ED1-8990-D11BFF96CA3E}" type="slidenum">
              <a:rPr lang="en-IN" smtClean="0"/>
              <a:t>‹#›</a:t>
            </a:fld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46AEC1B-9E2C-4178-A69E-C67934915204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414F6B1-043E-4ED1-8990-D11BFF96CA3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46AEC1B-9E2C-4178-A69E-C67934915204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414F6B1-043E-4ED1-8990-D11BFF96CA3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B46AEC1B-9E2C-4178-A69E-C67934915204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IN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0414F6B1-043E-4ED1-8990-D11BFF96CA3E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2132856"/>
            <a:ext cx="7704856" cy="122413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 smtClean="0"/>
              <a:t>Weak Entities &amp; Identifying Relationships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44208" y="4149080"/>
            <a:ext cx="2088232" cy="648072"/>
          </a:xfrm>
        </p:spPr>
        <p:txBody>
          <a:bodyPr>
            <a:normAutofit fontScale="47500" lnSpcReduction="20000"/>
          </a:bodyPr>
          <a:lstStyle/>
          <a:p>
            <a:pPr algn="ctr"/>
            <a:r>
              <a:rPr lang="en-US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Presented by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DAKSHIN.S</a:t>
            </a:r>
            <a:r>
              <a:rPr lang="en-US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(192511431)</a:t>
            </a:r>
            <a:endParaRPr lang="en-IN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903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67544" y="1988840"/>
            <a:ext cx="7859216" cy="3809356"/>
          </a:xfrm>
        </p:spPr>
        <p:txBody>
          <a:bodyPr/>
          <a:lstStyle/>
          <a:p>
            <a:r>
              <a:rPr lang="en-US" sz="2400" dirty="0"/>
              <a:t>A </a:t>
            </a:r>
            <a:r>
              <a:rPr lang="en-US" sz="2400" b="1" dirty="0"/>
              <a:t>weak entity</a:t>
            </a:r>
            <a:r>
              <a:rPr lang="en-US" sz="2400" dirty="0"/>
              <a:t> cannot be uniquely identified by its own attributes. </a:t>
            </a:r>
          </a:p>
          <a:p>
            <a:r>
              <a:rPr lang="en-US" sz="2400" dirty="0"/>
              <a:t>It depends on a </a:t>
            </a:r>
            <a:r>
              <a:rPr lang="en-US" sz="2400" b="1" dirty="0"/>
              <a:t>strong entity</a:t>
            </a:r>
            <a:r>
              <a:rPr lang="en-US" sz="2400" dirty="0"/>
              <a:t> for identification. </a:t>
            </a:r>
          </a:p>
          <a:p>
            <a:r>
              <a:rPr lang="en-US" sz="2400" dirty="0"/>
              <a:t>An </a:t>
            </a:r>
            <a:r>
              <a:rPr lang="en-US" sz="2400" b="1" dirty="0"/>
              <a:t>identifying relationship</a:t>
            </a:r>
            <a:r>
              <a:rPr lang="en-US" sz="2400" dirty="0"/>
              <a:t> connects the weak entity with its owner entity. </a:t>
            </a:r>
          </a:p>
          <a:p>
            <a:r>
              <a:rPr lang="en-US" sz="2400" dirty="0"/>
              <a:t>These concepts are important in </a:t>
            </a:r>
            <a:r>
              <a:rPr lang="en-US" sz="2400" b="1" dirty="0"/>
              <a:t>Entity-Relationship (ER) diagrams</a:t>
            </a:r>
            <a:r>
              <a:rPr lang="en-US" sz="2400" dirty="0"/>
              <a:t>. </a:t>
            </a:r>
            <a:endParaRPr lang="en-US" sz="2400" b="1" dirty="0"/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              Introduction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9484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83568" y="1556792"/>
            <a:ext cx="7715200" cy="3888432"/>
          </a:xfrm>
        </p:spPr>
        <p:txBody>
          <a:bodyPr>
            <a:normAutofit fontScale="85000" lnSpcReduction="20000"/>
          </a:bodyPr>
          <a:lstStyle/>
          <a:p>
            <a:r>
              <a:rPr lang="en-US" sz="2800" dirty="0"/>
              <a:t>A weak entity has </a:t>
            </a:r>
            <a:r>
              <a:rPr lang="en-US" sz="2800" b="1" dirty="0"/>
              <a:t>no complete primary key</a:t>
            </a:r>
            <a:r>
              <a:rPr lang="en-US" sz="2800" dirty="0"/>
              <a:t> of its own. </a:t>
            </a:r>
          </a:p>
          <a:p>
            <a:r>
              <a:rPr lang="en-US" sz="2800" dirty="0"/>
              <a:t>It contains a </a:t>
            </a:r>
            <a:r>
              <a:rPr lang="en-US" sz="2800" b="1" dirty="0"/>
              <a:t>partial key</a:t>
            </a:r>
            <a:r>
              <a:rPr lang="en-US" sz="2800" dirty="0"/>
              <a:t> to identify its instances. </a:t>
            </a:r>
          </a:p>
          <a:p>
            <a:r>
              <a:rPr lang="en-US" sz="2800" dirty="0"/>
              <a:t>It depends on a </a:t>
            </a:r>
            <a:r>
              <a:rPr lang="en-US" sz="2800" b="1" dirty="0"/>
              <a:t>strong entity</a:t>
            </a:r>
            <a:r>
              <a:rPr lang="en-US" sz="2800" dirty="0"/>
              <a:t> for unique identification. </a:t>
            </a:r>
          </a:p>
          <a:p>
            <a:r>
              <a:rPr lang="en-US" sz="2800" dirty="0"/>
              <a:t>It is represented using a </a:t>
            </a:r>
            <a:r>
              <a:rPr lang="en-US" sz="2800" b="1" dirty="0"/>
              <a:t>double rectangle</a:t>
            </a:r>
            <a:r>
              <a:rPr lang="en-US" sz="2800" dirty="0"/>
              <a:t> in an ER diagram. </a:t>
            </a:r>
          </a:p>
          <a:p>
            <a:r>
              <a:rPr lang="en-US" sz="2800" b="1" dirty="0"/>
              <a:t>Example: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Employee → Dependent</a:t>
            </a:r>
            <a:br>
              <a:rPr lang="en-US" sz="2800" dirty="0"/>
            </a:br>
            <a:r>
              <a:rPr lang="en-US" sz="2800" dirty="0"/>
              <a:t>A dependent is identified using the employee's ID + dependent name.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 smtClean="0"/>
              <a:t>                Weak </a:t>
            </a:r>
            <a:r>
              <a:rPr lang="en-US" sz="4400" dirty="0"/>
              <a:t>Entity</a:t>
            </a:r>
            <a:br>
              <a:rPr lang="en-US" sz="4400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3008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67544" y="2276872"/>
            <a:ext cx="8229600" cy="2811768"/>
          </a:xfrm>
        </p:spPr>
        <p:txBody>
          <a:bodyPr>
            <a:normAutofit/>
          </a:bodyPr>
          <a:lstStyle/>
          <a:p>
            <a:r>
              <a:rPr lang="en-US" sz="2400" dirty="0"/>
              <a:t>It connects a </a:t>
            </a:r>
            <a:r>
              <a:rPr lang="en-US" sz="2400" b="1" dirty="0"/>
              <a:t>weak entity with its strong entity</a:t>
            </a:r>
            <a:r>
              <a:rPr lang="en-US" sz="2400" dirty="0"/>
              <a:t>. </a:t>
            </a:r>
            <a:endParaRPr lang="en-US" sz="2400" dirty="0" smtClean="0"/>
          </a:p>
          <a:p>
            <a:r>
              <a:rPr lang="en-US" sz="2400" dirty="0" smtClean="0"/>
              <a:t>The </a:t>
            </a:r>
            <a:r>
              <a:rPr lang="en-US" sz="2400" dirty="0"/>
              <a:t>strong entity provides the required identification. </a:t>
            </a:r>
            <a:endParaRPr lang="en-US" sz="2400" dirty="0" smtClean="0"/>
          </a:p>
          <a:p>
            <a:r>
              <a:rPr lang="en-US" sz="2400" dirty="0" smtClean="0"/>
              <a:t>It </a:t>
            </a:r>
            <a:r>
              <a:rPr lang="en-US" sz="2400" dirty="0"/>
              <a:t>is represented using a </a:t>
            </a:r>
            <a:r>
              <a:rPr lang="en-US" sz="2400" b="1" dirty="0"/>
              <a:t>double </a:t>
            </a:r>
            <a:r>
              <a:rPr lang="en-US" sz="2400" b="1" dirty="0" smtClean="0"/>
              <a:t>diamond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The </a:t>
            </a:r>
            <a:r>
              <a:rPr lang="en-US" sz="2400" dirty="0"/>
              <a:t>weak entity has </a:t>
            </a:r>
            <a:r>
              <a:rPr lang="en-US" sz="2400" b="1" dirty="0"/>
              <a:t>total participation</a:t>
            </a:r>
            <a:r>
              <a:rPr lang="en-US" sz="2400" dirty="0"/>
              <a:t> in this relationship.</a:t>
            </a:r>
            <a:endParaRPr lang="en-IN" sz="2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67544" y="548680"/>
            <a:ext cx="8229600" cy="1143000"/>
          </a:xfrm>
        </p:spPr>
        <p:txBody>
          <a:bodyPr/>
          <a:lstStyle/>
          <a:p>
            <a:r>
              <a:rPr lang="en-IN" dirty="0" smtClean="0"/>
              <a:t>      Identifying </a:t>
            </a:r>
            <a:r>
              <a:rPr lang="en-IN" dirty="0"/>
              <a:t>Relationship</a:t>
            </a:r>
          </a:p>
        </p:txBody>
      </p:sp>
    </p:spTree>
    <p:extLst>
      <p:ext uri="{BB962C8B-B14F-4D97-AF65-F5344CB8AC3E}">
        <p14:creationId xmlns:p14="http://schemas.microsoft.com/office/powerpoint/2010/main" val="1409431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67544" y="1916833"/>
            <a:ext cx="8229600" cy="3528392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en-IN" sz="2400" dirty="0"/>
              <a:t>Employee → Has → </a:t>
            </a:r>
            <a:r>
              <a:rPr lang="en-IN" sz="2400" dirty="0" smtClean="0"/>
              <a:t>Dependent</a:t>
            </a:r>
          </a:p>
          <a:p>
            <a:r>
              <a:rPr lang="en-US" sz="2400" b="1" dirty="0"/>
              <a:t>Employee</a:t>
            </a:r>
            <a:r>
              <a:rPr lang="en-US" sz="2400" dirty="0"/>
              <a:t> → Strong Entity </a:t>
            </a:r>
            <a:endParaRPr lang="en-US" sz="2400" dirty="0" smtClean="0"/>
          </a:p>
          <a:p>
            <a:r>
              <a:rPr lang="en-US" sz="2400" b="1" dirty="0" smtClean="0"/>
              <a:t>Dependent</a:t>
            </a:r>
            <a:r>
              <a:rPr lang="en-US" sz="2400" dirty="0" smtClean="0"/>
              <a:t> </a:t>
            </a:r>
            <a:r>
              <a:rPr lang="en-US" sz="2400" dirty="0"/>
              <a:t>→ Weak Entity </a:t>
            </a:r>
            <a:endParaRPr lang="en-US" sz="2400" dirty="0" smtClean="0"/>
          </a:p>
          <a:p>
            <a:r>
              <a:rPr lang="en-US" sz="2400" b="1" dirty="0" err="1" smtClean="0"/>
              <a:t>Employee_ID</a:t>
            </a:r>
            <a:r>
              <a:rPr lang="en-US" sz="2400" dirty="0" smtClean="0"/>
              <a:t> </a:t>
            </a:r>
            <a:r>
              <a:rPr lang="en-US" sz="2400" dirty="0"/>
              <a:t>→ Partial/identifying information </a:t>
            </a:r>
            <a:endParaRPr lang="en-US" sz="2400" dirty="0" smtClean="0"/>
          </a:p>
          <a:p>
            <a:r>
              <a:rPr lang="en-US" sz="2400" b="1" dirty="0" smtClean="0"/>
              <a:t>Has</a:t>
            </a:r>
            <a:r>
              <a:rPr lang="en-US" sz="2400" dirty="0" smtClean="0"/>
              <a:t> </a:t>
            </a:r>
            <a:r>
              <a:rPr lang="en-US" sz="2400" dirty="0"/>
              <a:t>→ Identifying Relationship </a:t>
            </a:r>
            <a:endParaRPr lang="en-US" sz="2400" dirty="0" smtClean="0"/>
          </a:p>
          <a:p>
            <a:r>
              <a:rPr lang="en-US" sz="2400" dirty="0" smtClean="0"/>
              <a:t>Unique </a:t>
            </a:r>
            <a:r>
              <a:rPr lang="en-US" sz="2400" dirty="0"/>
              <a:t>identification = </a:t>
            </a:r>
            <a:r>
              <a:rPr lang="en-US" sz="2400" b="1" dirty="0" err="1"/>
              <a:t>Employee_ID</a:t>
            </a:r>
            <a:r>
              <a:rPr lang="en-US" sz="2400" b="1" dirty="0"/>
              <a:t> + </a:t>
            </a:r>
            <a:r>
              <a:rPr lang="en-US" sz="2400" b="1" dirty="0" err="1"/>
              <a:t>Dependent_Name</a:t>
            </a:r>
            <a:endParaRPr lang="en-IN" sz="2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67544" y="476672"/>
            <a:ext cx="8229600" cy="1143000"/>
          </a:xfrm>
        </p:spPr>
        <p:txBody>
          <a:bodyPr/>
          <a:lstStyle/>
          <a:p>
            <a:r>
              <a:rPr lang="en-IN" dirty="0" smtClean="0"/>
              <a:t>                  Example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6914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  GEO TAG</a:t>
            </a:r>
            <a:endParaRPr lang="en-IN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484784"/>
            <a:ext cx="6408712" cy="4536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57922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67544" y="1988840"/>
            <a:ext cx="8229600" cy="3024336"/>
          </a:xfrm>
        </p:spPr>
        <p:txBody>
          <a:bodyPr/>
          <a:lstStyle/>
          <a:p>
            <a:r>
              <a:rPr lang="en-US" sz="2400" dirty="0"/>
              <a:t>Weak entities depend on strong entities for identification. </a:t>
            </a:r>
          </a:p>
          <a:p>
            <a:r>
              <a:rPr lang="en-US" sz="2400" dirty="0"/>
              <a:t>Identifying relationships establish this dependency. </a:t>
            </a:r>
          </a:p>
          <a:p>
            <a:r>
              <a:rPr lang="en-US" sz="2400" dirty="0"/>
              <a:t>They help represent </a:t>
            </a:r>
            <a:r>
              <a:rPr lang="en-US" sz="2400" b="1" dirty="0"/>
              <a:t>real-world dependent objects</a:t>
            </a:r>
            <a:r>
              <a:rPr lang="en-US" sz="2400" dirty="0"/>
              <a:t> clearly. </a:t>
            </a:r>
          </a:p>
          <a:p>
            <a:r>
              <a:rPr lang="en-US" sz="2400" dirty="0"/>
              <a:t>Both are important concepts in designing </a:t>
            </a:r>
            <a:r>
              <a:rPr lang="en-US" sz="2400" b="1" dirty="0"/>
              <a:t>ER models and databases</a:t>
            </a:r>
            <a:r>
              <a:rPr lang="en-US" sz="2400" dirty="0"/>
              <a:t>. </a:t>
            </a:r>
          </a:p>
          <a:p>
            <a:pPr marL="109728" indent="0">
              <a:buNone/>
            </a:pP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95536" y="620688"/>
            <a:ext cx="8229600" cy="1143000"/>
          </a:xfrm>
        </p:spPr>
        <p:txBody>
          <a:bodyPr/>
          <a:lstStyle/>
          <a:p>
            <a:r>
              <a:rPr lang="en-IN" dirty="0" smtClean="0"/>
              <a:t>                Conclusion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625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22</TotalTime>
  <Words>213</Words>
  <Application>Microsoft Office PowerPoint</Application>
  <PresentationFormat>On-screen Show (4:3)</PresentationFormat>
  <Paragraphs>32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Concourse</vt:lpstr>
      <vt:lpstr>Weak Entities &amp; Identifying Relationships</vt:lpstr>
      <vt:lpstr>              Introduction</vt:lpstr>
      <vt:lpstr>                Weak Entity </vt:lpstr>
      <vt:lpstr>      Identifying Relationship</vt:lpstr>
      <vt:lpstr>                  Example</vt:lpstr>
      <vt:lpstr>                 GEO TAG</vt:lpstr>
      <vt:lpstr>                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Weak Entities &amp; Identifying Relationships</dc:title>
  <dc:creator>HP</dc:creator>
  <cp:lastModifiedBy>HP</cp:lastModifiedBy>
  <cp:revision>3</cp:revision>
  <dcterms:created xsi:type="dcterms:W3CDTF">2026-08-09T16:02:52Z</dcterms:created>
  <dcterms:modified xsi:type="dcterms:W3CDTF">2026-08-09T16:25:52Z</dcterms:modified>
</cp:coreProperties>
</file>